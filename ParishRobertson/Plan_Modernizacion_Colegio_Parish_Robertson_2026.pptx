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" name="Image 0" descr="C:\Users\agust\Documents\trabajos\alicari\site2026\ParishRobertson\logo-parish-robert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</a:t>
            </a:r>
            <a:pPr indent="0" marL="0">
              <a:buNone/>
            </a:pPr>
            <a:r>
              <a:rPr lang="en-US" sz="10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PARISH ROBERTSON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MONTE GRANDE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754880" y="128016"/>
            <a:ext cx="3749040" cy="32918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0" y="12801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VIRTUTIS GLORIA MERCES  •  SINCE 1963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515600" y="1371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0" y="1371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de 9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7395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Modernización de Admisiones &amp; Ecosistema Digital  |  Agustín Licari (ALICARI)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503920" y="658368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2" name="Shape 9"/>
          <p:cNvSpPr/>
          <p:nvPr/>
        </p:nvSpPr>
        <p:spPr>
          <a:xfrm>
            <a:off x="8503920" y="6583680"/>
            <a:ext cx="355600" cy="109728"/>
          </a:xfrm>
          <a:prstGeom prst="roundRect">
            <a:avLst>
              <a:gd name="adj" fmla="val 50000"/>
            </a:avLst>
          </a:prstGeom>
          <a:solidFill>
            <a:srgbClr val="004D2C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" y="1097280"/>
            <a:ext cx="56692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1" descr="C:\Users\agust\Documents\trabajos\alicari\site2026\ParishRobertson\logo-parish-robert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7043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10972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VIRTUTIS GLORIA MERCES • SINCE 1963  •  Monte Grande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31520" y="17830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Modernización de Admisiones:</a:t>
            </a:r>
            <a:endParaRPr lang="en-US" sz="2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Optimización Gráfica y Automatización Digital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731520" y="3200400"/>
            <a:ext cx="73152" cy="4114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8" name="Text 14"/>
          <p:cNvSpPr/>
          <p:nvPr/>
        </p:nvSpPr>
        <p:spPr>
          <a:xfrm>
            <a:off x="914400" y="3154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de Matriculación Ciclo Lectivo  |  Colegio Parish Robertson (Monte Grande)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31520" y="3794760"/>
            <a:ext cx="342900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96112" y="3941064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7"/>
          <p:cNvSpPr/>
          <p:nvPr/>
        </p:nvSpPr>
        <p:spPr>
          <a:xfrm>
            <a:off x="1078992" y="37947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Inmediato del 50% en Papel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297680" y="3794760"/>
            <a:ext cx="342900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462272" y="3941064"/>
            <a:ext cx="118872" cy="1188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4" name="Text 20"/>
          <p:cNvSpPr/>
          <p:nvPr/>
        </p:nvSpPr>
        <p:spPr>
          <a:xfrm>
            <a:off x="4645152" y="37947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de Conversión Pura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7863840" y="3794760"/>
            <a:ext cx="342900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028432" y="3941064"/>
            <a:ext cx="118872" cy="11887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7" name="Text 23"/>
          <p:cNvSpPr/>
          <p:nvPr/>
        </p:nvSpPr>
        <p:spPr>
          <a:xfrm>
            <a:off x="8211312" y="37947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Drive Institucional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731520" y="4434840"/>
            <a:ext cx="1060704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31520" y="4434840"/>
            <a:ext cx="109728" cy="1508760"/>
          </a:xfrm>
          <a:prstGeom prst="roundRect">
            <a:avLst>
              <a:gd name="adj" fmla="val 50000"/>
            </a:avLst>
          </a:prstGeom>
          <a:solidFill>
            <a:srgbClr val="004D2C"/>
          </a:solidFill>
          <a:ln/>
        </p:spPr>
      </p:sp>
      <p:pic>
        <p:nvPicPr>
          <p:cNvPr id="30" name="Image 2" descr="C:\Users\agust\Documents\trabajos\alicari\site2026\ParishRobertson\isologo-alicar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754880"/>
            <a:ext cx="822960" cy="8229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2103120" y="4617720"/>
            <a:ext cx="8686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Agustín Licari  |  alicari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&amp; Lead Designer  |  Identidad Visual, UX/UI &amp; Desarrollo Web
</a:t>
            </a:r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Web Oficial: https://alicari.com.ar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" name="Image 0" descr="C:\Users\agust\Documents\trabajos\alicari\site2026\ParishRobertson\logo-parish-robert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</a:t>
            </a:r>
            <a:pPr indent="0" marL="0">
              <a:buNone/>
            </a:pPr>
            <a:r>
              <a:rPr lang="en-US" sz="10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PARISH ROBERTSON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MONTE GRANDE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754880" y="128016"/>
            <a:ext cx="3749040" cy="32918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0" y="12801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VIRTUTIS GLORIA MERCES  •  SINCE 1963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515600" y="1371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0" y="1371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de 9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7395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Modernización de Admisiones &amp; Ecosistema Digital  |  Agustín Licari (ALICARI)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503920" y="658368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2" name="Shape 9"/>
          <p:cNvSpPr/>
          <p:nvPr/>
        </p:nvSpPr>
        <p:spPr>
          <a:xfrm>
            <a:off x="8503920" y="6583680"/>
            <a:ext cx="711200" cy="109728"/>
          </a:xfrm>
          <a:prstGeom prst="roundRect">
            <a:avLst>
              <a:gd name="adj" fmla="val 50000"/>
            </a:avLst>
          </a:prstGeom>
          <a:solidFill>
            <a:srgbClr val="004D2C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Y RELEVAMIENTO INICIAL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Diagnóstico del Material y Flujo Actual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sobre el stock impreso y la operatoria cotidiana del proceso de admisión.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31520" y="1874520"/>
            <a:ext cx="5120640" cy="4251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1874520"/>
            <a:ext cx="512064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Shape 15"/>
          <p:cNvSpPr/>
          <p:nvPr/>
        </p:nvSpPr>
        <p:spPr>
          <a:xfrm>
            <a:off x="1005840" y="210312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CRÍTICO A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05840" y="2514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Anacronía &amp; Desperdicio en Stock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05840" y="29718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Coexistencia en stock de folletos con sellos de "50 Años" (2013) y "60 Años" (2023), provocando vencimiento prematuro de piezas y gasto innecesario. Dispersión visual y tipográfica.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005840" y="4069080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42062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Vencimiento prematuro: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lotes quedan inutilizables apenas concluye el año festivo, obligando a descartar papel nuevo.
</a:t>
            </a:r>
            <a:pPr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Dispersión visual: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un criterio unificado tipográfico y de sellos que erosiona el valor de marca institucional.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217920" y="1874520"/>
            <a:ext cx="5120640" cy="4251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17920" y="1874520"/>
            <a:ext cx="512064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Shape 23"/>
          <p:cNvSpPr/>
          <p:nvPr/>
        </p:nvSpPr>
        <p:spPr>
          <a:xfrm>
            <a:off x="6492240" y="210312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9224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CRÍTICO B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92240" y="2514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Ineficiencia de Formato &amp; Fricción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492240" y="29718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hojas A4 completas a dos tintas donde 1/3 de la superficie está desaprovechada en líneas manuscritas de "Observaciones". Quiebre cromático frente al uniforme escolar (azul, celeste y rojo). Proceso 100% analógico.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492240" y="4069080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92240" y="420624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1/3 desaprovechado: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líneas manuscritas que raramente se completan.
</a:t>
            </a:r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Quiebre cromático: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integran los tonos azul marino, celeste y rojo del uniforme.
</a:t>
            </a:r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Registro analógico: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trazabilidad al no digitalizar la consulta en secretaría.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" name="Image 0" descr="C:\Users\agust\Documents\trabajos\alicari\site2026\ParishRobertson\logo-parish-robert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</a:t>
            </a:r>
            <a:pPr indent="0" marL="0">
              <a:buNone/>
            </a:pPr>
            <a:r>
              <a:rPr lang="en-US" sz="10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PARISH ROBERTSON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MONTE GRANDE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754880" y="128016"/>
            <a:ext cx="3749040" cy="32918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0" y="12801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VIRTUTIS GLORIA MERCES  •  SINCE 1963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515600" y="1371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0" y="1371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de 9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7395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Modernización de Admisiones &amp; Ecosistema Digital  |  Agustín Licari (ALICARI)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503920" y="658368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2" name="Shape 9"/>
          <p:cNvSpPr/>
          <p:nvPr/>
        </p:nvSpPr>
        <p:spPr>
          <a:xfrm>
            <a:off x="8503920" y="6583680"/>
            <a:ext cx="1066800" cy="109728"/>
          </a:xfrm>
          <a:prstGeom prst="roundRect">
            <a:avLst>
              <a:gd name="adj" fmla="val 50000"/>
            </a:avLst>
          </a:prstGeom>
          <a:solidFill>
            <a:srgbClr val="004D2C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RECURSOS &amp; FORMATO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Reingeniería Gráfica &amp; Ahorro Directo del 50%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de preprensa inteligente y transformación hacia piezas gráficas perdurables y conectadas.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31520" y="1920240"/>
            <a:ext cx="342900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21031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DIRECTO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005840" y="24231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-50%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005840" y="32004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1/2 A4 Vertical (105 × 297 mm)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005840" y="37947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Rinde el doble por pliego A4, recortando a la mitad el gasto en papel y tirada de imprenta, concentrando el contenido esencial con tipografía jerárquica y lectura dinámica.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005840" y="5394960"/>
            <a:ext cx="2880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5486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Pliego A4 = 2 Folletos listos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377440" y="54864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desperdicio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343400" y="1920240"/>
            <a:ext cx="342900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17720" y="21031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ATEMPORALIDAD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617720" y="24231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1963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4617720" y="32004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 Histórico y Permanente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617720" y="37947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Reemplazo definitivo de aniversarios cerrados por una marca temporal permanente que protege la inversión y nunca caduca a lo largo de los ciclos lectivos.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5394960"/>
            <a:ext cx="2880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17720" y="5486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inversión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89320" y="54864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vence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7955280" y="1920240"/>
            <a:ext cx="342900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0" y="21031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PHYGITAL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8229600" y="24231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Dinámico</a:t>
            </a:r>
            <a:endParaRPr lang="en-US" sz="2400" dirty="0"/>
          </a:p>
        </p:txBody>
      </p:sp>
      <p:sp>
        <p:nvSpPr>
          <p:cNvPr id="35" name="Text 32"/>
          <p:cNvSpPr/>
          <p:nvPr/>
        </p:nvSpPr>
        <p:spPr>
          <a:xfrm>
            <a:off x="8229600" y="32004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Directo a la Conversión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8229600" y="37947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papel actúa como puente inmediato a la landing page institucional, segmentado por nivel (Maternal/Inicial, Primaria y Secundaria).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8229600" y="5394960"/>
            <a:ext cx="2880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229600" y="5486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→ Teléfono en 2 seg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9601200" y="54864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Pura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" name="Image 0" descr="C:\Users\agust\Documents\trabajos\alicari\site2026\ParishRobertson\logo-parish-robert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</a:t>
            </a:r>
            <a:pPr indent="0" marL="0">
              <a:buNone/>
            </a:pPr>
            <a:r>
              <a:rPr lang="en-US" sz="10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PARISH ROBERTSON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MONTE GRANDE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754880" y="128016"/>
            <a:ext cx="3749040" cy="32918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0" y="12801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VIRTUTIS GLORIA MERCES  •  SINCE 1963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515600" y="1371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0" y="1371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de 9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7395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Modernización de Admisiones &amp; Ecosistema Digital  |  Agustín Licari (ALICARI)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503920" y="658368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2" name="Shape 9"/>
          <p:cNvSpPr/>
          <p:nvPr/>
        </p:nvSpPr>
        <p:spPr>
          <a:xfrm>
            <a:off x="8503920" y="6583680"/>
            <a:ext cx="1422400" cy="109728"/>
          </a:xfrm>
          <a:prstGeom prst="roundRect">
            <a:avLst>
              <a:gd name="adj" fmla="val 50000"/>
            </a:avLst>
          </a:prstGeom>
          <a:solidFill>
            <a:srgbClr val="004D2C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DE FAMILIAS Y CONVERSIÓN DIRECTA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Landing Page de Admisiones Mobile-First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orientada a la acción inmediata sin distracciones ni fugas hacia chats informales.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31520" y="1920240"/>
            <a:ext cx="5120640" cy="420624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05840" y="2148840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21488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TÚNEL DE CONVERSIÓN PURO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0584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Dispersión &amp; Foco Absoluto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005840" y="2971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eliminan botones distractores y enlaces externos para concentrar toda la atención en el objetivo único de conversión institucional.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005840" y="3794760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397764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100% Tráfico al Formulario: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salidas secundarias ni chats abiertos sin calificar.
</a:t>
            </a:r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Sección FAQ Dinámica: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de doble jornada, aranceles y comedor escolar.
</a:t>
            </a:r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Carga Ultrarrápida: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Optimizada para dispositivos móviles y redes 4G/5G.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17920" y="1920240"/>
            <a:ext cx="5120640" cy="420624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92240" y="214884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92240" y="21488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INMEDIATA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49224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Ágil en 3 Campos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492240" y="2971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ágil en 3 campos clave (Nombre del tutor, Teléfono/Contacto y Nivel de interés). La misma interfaz estandariza consultas presenciales y telefónicas en secretaría.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492240" y="3794760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92240" y="397764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3 Campos Clave: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tutor, Teléfono/Contacto y Nivel de interés.
</a:t>
            </a:r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Dossier por Email: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inmediato automatizado tras enviar el formulario.
</a:t>
            </a:r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Uso en Secretaría: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unificada de consultas presenciales y telefónicas.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" name="Image 0" descr="C:\Users\agust\Documents\trabajos\alicari\site2026\ParishRobertson\logo-parish-robert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</a:t>
            </a:r>
            <a:pPr indent="0" marL="0">
              <a:buNone/>
            </a:pPr>
            <a:r>
              <a:rPr lang="en-US" sz="10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PARISH ROBERTSON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MONTE GRANDE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754880" y="128016"/>
            <a:ext cx="3749040" cy="32918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0" y="12801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VIRTUTIS GLORIA MERCES  •  SINCE 1963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515600" y="1371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0" y="1371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de 9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7395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Modernización de Admisiones &amp; Ecosistema Digital  |  Agustín Licari (ALICARI)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503920" y="658368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2" name="Shape 9"/>
          <p:cNvSpPr/>
          <p:nvPr/>
        </p:nvSpPr>
        <p:spPr>
          <a:xfrm>
            <a:off x="8503920" y="6583680"/>
            <a:ext cx="1778000" cy="109728"/>
          </a:xfrm>
          <a:prstGeom prst="roundRect">
            <a:avLst>
              <a:gd name="adj" fmla="val 50000"/>
            </a:avLst>
          </a:prstGeom>
          <a:solidFill>
            <a:srgbClr val="004D2C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CENTRALIZADA Y CRM LIVIANO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Base de Datos Centralizada y Automatizaciones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del pipeline de admisiones en el entorno Google de la institución, sin licencias extras.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31520" y="1920240"/>
            <a:ext cx="342900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05840" y="21488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4D2C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" y="26974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en Drive Institucional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005840" y="333756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lead web o relevamiento de recepción ingresa al instante a una hoja oficial en el Drive del colegio, sin licencias costosas ni curvas complejas de aprendizaje.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005840" y="5349240"/>
            <a:ext cx="2880360" cy="502920"/>
          </a:xfrm>
          <a:prstGeom prst="roundRect">
            <a:avLst>
              <a:gd name="adj" fmla="val 1454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51560" y="53492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Datos seguros bajo dominio @parishrobertson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43400" y="1920240"/>
            <a:ext cx="342900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17720" y="21488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4D2C"/>
          </a:solidFill>
          <a:ln/>
        </p:spPr>
      </p:sp>
      <p:sp>
        <p:nvSpPr>
          <p:cNvPr id="25" name="Text 22"/>
          <p:cNvSpPr/>
          <p:nvPr/>
        </p:nvSpPr>
        <p:spPr>
          <a:xfrm>
            <a:off x="461772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617720" y="26974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Interno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617720" y="333756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alojado en el dominio institucional con pipeline de estados para secretaría: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Nuevo Contacto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Llamado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Visita Agendada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Matriculado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617720" y="5349240"/>
            <a:ext cx="288036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63440" y="53492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Trazabilidad 100% en tiempo real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955280" y="1920240"/>
            <a:ext cx="342900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229600" y="21488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4D2C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229600" y="26974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Automatizado &amp; Canal Flexible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8229600" y="333756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automático inmediato de correo con el Dossier Informativo en PDF al completar el formulario; integración con canal de WhatsApp disponible a criterio del colegio.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229600" y="5349240"/>
            <a:ext cx="2880360" cy="502920"/>
          </a:xfrm>
          <a:prstGeom prst="roundRect">
            <a:avLst>
              <a:gd name="adj" fmla="val 14545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75320" y="53492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Dossier PDF + WhatsApp opcional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" name="Image 0" descr="C:\Users\agust\Documents\trabajos\alicari\site2026\ParishRobertson\logo-parish-robert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</a:t>
            </a:r>
            <a:pPr indent="0" marL="0">
              <a:buNone/>
            </a:pPr>
            <a:r>
              <a:rPr lang="en-US" sz="10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PARISH ROBERTSON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MONTE GRANDE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754880" y="128016"/>
            <a:ext cx="3749040" cy="32918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0" y="12801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VIRTUTIS GLORIA MERCES  •  SINCE 1963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515600" y="1371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0" y="1371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de 9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7395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Modernización de Admisiones &amp; Ecosistema Digital  |  Agustín Licari (ALICARI)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503920" y="658368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2" name="Shape 9"/>
          <p:cNvSpPr/>
          <p:nvPr/>
        </p:nvSpPr>
        <p:spPr>
          <a:xfrm>
            <a:off x="8503920" y="6583680"/>
            <a:ext cx="2133600" cy="109728"/>
          </a:xfrm>
          <a:prstGeom prst="roundRect">
            <a:avLst>
              <a:gd name="adj" fmla="val 50000"/>
            </a:avLst>
          </a:prstGeom>
          <a:solidFill>
            <a:srgbClr val="004D2C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INSTITUCIONAL &amp; IA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Modernización Web Integral &amp; AEO (Módulo Transversal)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 estratégico en motores de búsqueda tradicionales y en la nueva generación de IA generativa.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31520" y="1920240"/>
            <a:ext cx="5120640" cy="420624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1920240"/>
            <a:ext cx="512064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5"/>
          <p:cNvSpPr/>
          <p:nvPr/>
        </p:nvSpPr>
        <p:spPr>
          <a:xfrm>
            <a:off x="1005840" y="21488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" y="21488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PARISHROBERTSON.COM.AR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00584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Actual: Invisible para Motores de IA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05840" y="29718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Carencia de estructura mobile-first y arquitectura invisible para motores de respuesta de IA (Search Generative Experience de Google, Perplexity, ChatGPT). Tiempos lentos y falta de metadatos educativos estructurados.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005840" y="4069080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42519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Sin marcado Schema.org: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motores de IA no pueden indexar niveles, horarios ni propuesta bilingüe estructurada.
</a:t>
            </a:r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Carga lenta en móviles: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Fricción técnica que penaliza el posicionamiento en Monte Grande y Canning.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217920" y="1920240"/>
            <a:ext cx="5120640" cy="420624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17920" y="1920240"/>
            <a:ext cx="5120640" cy="73152"/>
          </a:xfrm>
          <a:prstGeom prst="rect">
            <a:avLst/>
          </a:prstGeom>
          <a:solidFill>
            <a:srgbClr val="004D2C"/>
          </a:solidFill>
          <a:ln/>
        </p:spPr>
      </p:sp>
      <p:sp>
        <p:nvSpPr>
          <p:cNvPr id="26" name="Shape 23"/>
          <p:cNvSpPr/>
          <p:nvPr/>
        </p:nvSpPr>
        <p:spPr>
          <a:xfrm>
            <a:off x="6492240" y="214884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92240" y="21488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AEO &amp; SEO 2026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649224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Institucional AEO/SEO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492240" y="29718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marcado de datos Schema.org (EducationalOrganization), arquitectura por niveles, velocidad optimizada y contenido semántico estructurado para consultas por voz e IA en Monte Grande/Canning/Ezeiza.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492240" y="4069080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92240" y="42519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Optimizado para ChatGPT y Google SGE: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precisas cuando las familias consultan por colegios en la zona sur.
</a:t>
            </a:r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Experiencia Fluida: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institucional moderna con estética alineada a los valores del colegio.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" name="Image 0" descr="C:\Users\agust\Documents\trabajos\alicari\site2026\ParishRobertson\logo-parish-robert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</a:t>
            </a:r>
            <a:pPr indent="0" marL="0">
              <a:buNone/>
            </a:pPr>
            <a:r>
              <a:rPr lang="en-US" sz="10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PARISH ROBERTSON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MONTE GRANDE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754880" y="128016"/>
            <a:ext cx="3749040" cy="32918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0" y="12801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VIRTUTIS GLORIA MERCES  •  SINCE 1963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515600" y="1371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0" y="1371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de 9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7395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Modernización de Admisiones &amp; Ecosistema Digital  |  Agustín Licari (ALICARI)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503920" y="658368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2" name="Shape 9"/>
          <p:cNvSpPr/>
          <p:nvPr/>
        </p:nvSpPr>
        <p:spPr>
          <a:xfrm>
            <a:off x="8503920" y="6583680"/>
            <a:ext cx="2489200" cy="109728"/>
          </a:xfrm>
          <a:prstGeom prst="roundRect">
            <a:avLst>
              <a:gd name="adj" fmla="val 50000"/>
            </a:avLst>
          </a:prstGeom>
          <a:solidFill>
            <a:srgbClr val="004D2C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TEMPORAL EN PARALELO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Plan de Trabajo en Dos Vías (Octubre – Enero)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líneas de tiempo simultáneas con Kickoff a partir del 10 de octubre: prioridad operativa de admisiones y desarrollo web continuo.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31520" y="1920240"/>
            <a:ext cx="106984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2011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TRACK A — CAMPAÑA DE ADMISIONES  (PRIORIDAD OPERATIVA INMEDIATA)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2331720"/>
          <a:ext cx="10149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503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29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al 24 Oct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 &amp; Preprensa: Paleta unificada, sello "Since 1963", diseño 1/2 A4 y arquitectura Landing Page.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29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Oct – 10 Nov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Producción &amp; Conexión: Impresión de folletería 1/2 A4, maquetación mobile-first y conexión Google Sheets.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29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al 30 Nov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Lanzamiento &amp; Despliegue: Salida online de la landing, distribución física y despliegue del Dashboard interno.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29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 – Ene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Conversión &amp; Guardias: Gestión del embudo de entrevistas, conversión y guardias para vacantes remanentes.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731520" y="4114800"/>
            <a:ext cx="106984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05840" y="4206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TRACK B — REDISEÑO WEB INSTITUCIONAL &amp; AEO  (DESARROLLO INDEPENDIENTE A LA PAR)</a:t>
            </a:r>
            <a:endParaRPr lang="en-US" sz="9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4526280"/>
          <a:ext cx="10149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503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Octubre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&amp; Arquitectura: Auditoría AEO/SEO, arquitectura de información y jerarquía de contenidos.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Noviembre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Maquetación &amp; Schema: Maquetación frontend responsive y marcado estructurado Schema.org.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Diciembre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Contenidos &amp; Optimización: Carga de contenidos, optimización semántica para IA y pruebas Core Web Vitals.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Puesta Online &amp; Dominios: Puesta online del nuevo sitio institucional y vinculación integral de dominios.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" name="Image 0" descr="C:\Users\agust\Documents\trabajos\alicari\site2026\ParishRobertson\logo-parish-robert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</a:t>
            </a:r>
            <a:pPr indent="0" marL="0">
              <a:buNone/>
            </a:pPr>
            <a:r>
              <a:rPr lang="en-US" sz="10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PARISH ROBERTSON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MONTE GRANDE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754880" y="128016"/>
            <a:ext cx="3749040" cy="32918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0" y="12801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VIRTUTIS GLORIA MERCES  •  SINCE 1963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515600" y="1371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0" y="1371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de 9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7395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Modernización de Admisiones &amp; Ecosistema Digital  |  Agustín Licari (ALICARI)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503920" y="658368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2" name="Shape 9"/>
          <p:cNvSpPr/>
          <p:nvPr/>
        </p:nvSpPr>
        <p:spPr>
          <a:xfrm>
            <a:off x="8503920" y="6583680"/>
            <a:ext cx="2844800" cy="109728"/>
          </a:xfrm>
          <a:prstGeom prst="roundRect">
            <a:avLst>
              <a:gd name="adj" fmla="val 50000"/>
            </a:avLst>
          </a:prstGeom>
          <a:solidFill>
            <a:srgbClr val="004D2C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ECONÓMICA &amp; FINANCIACIÓN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Estimación Presupuestaria &amp; Modalidad de Inversión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modular por entregables y esquema financiero escalonado por hitos de avance.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069848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228600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de Trabajo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9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 (ARS)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9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 (USD)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91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Núcleo Admisiones (Identidad 1/2 A4, Landing pura, Sheets, Dashboard y Automatización)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Normalización gráfica, piezas 1/2 A4, landing mobile-first, CRM Sheets, pipeline de secretaría y confirmación por email.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4D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$1.650.000 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1.068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Módulo Independiente (Sitio Institucional Completo + Optimización AEO/SEO)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Rediseño web general parishrobertson.com.ar, arquitectura por niveles, Schema.org y posicionamiento en motores de IA.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4D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$1.475.000 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955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🚀 Implementación Integral Llave en Mano (Ambos Módulos)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Campaña de admisiones completa + Rediseño institucional integral AEO/SEO.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$3.125.000 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2.023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731520" y="443484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05840" y="4526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ESQUEMA DE PAGOS ESTRUCTURADO POR HITOS DE AVANCE  (KICKOFF: 10 DE OCTUBRE)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005840" y="484632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43000" y="48920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1 • Launcher / Kickoff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43000" y="51206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 al 10 de Octubre: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inicial para activación de recursos y reserva del equipo (60%).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4434840" y="484632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72000" y="48920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2 • Noviembre (Etapa 2/3)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572000" y="51206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del total: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entrega de originales de imprenta 1/2 A4 y salida online de la Landing.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7863840" y="484632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001000" y="48920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3 • Diciembre (Etapa 4)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8001000" y="51206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del total: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despliegue del Dashboard interno, automatizaciones y seguimiento.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1005840" y="5806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Nota Operativa: Tipo de cambio de referencia: $1.545 ARS / USD. Los costos directos de imprenta e insumos físicos corren por cuenta de la escuela.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" name="Image 0" descr="C:\Users\agust\Documents\trabajos\alicari\site2026\ParishRobertson\logo-parish-robert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</a:t>
            </a:r>
            <a:pPr indent="0" marL="0">
              <a:buNone/>
            </a:pPr>
            <a:r>
              <a:rPr lang="en-US" sz="10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PARISH ROBERTSON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MONTE GRANDE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754880" y="128016"/>
            <a:ext cx="3749040" cy="32918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0" y="12801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VIRTUTIS GLORIA MERCES  •  SINCE 1963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515600" y="1371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0" y="1371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de 9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7395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Modernización de Admisiones &amp; Ecosistema Digital  |  Agustín Licari (ALICARI)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503920" y="658368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2" name="Shape 9"/>
          <p:cNvSpPr/>
          <p:nvPr/>
        </p:nvSpPr>
        <p:spPr>
          <a:xfrm>
            <a:off x="8503920" y="658368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004D2C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INMEDIATO • 10 DE OCTUBRE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Próximos Pasos para la Puesta en Marcha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inmediatas para coordinar el inicio formal de las tareas según el cronograma acordado.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31520" y="1920240"/>
            <a:ext cx="342900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05840" y="21488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4D2C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05840" y="26974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y Formalización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005840" y="320040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partidas presupuestarias y firma de acuerdo para inicio formal el 10 de octubre.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05840" y="43434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Validación del acuerdo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343400" y="1920240"/>
            <a:ext cx="342900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17720" y="21488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4D2C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617720" y="26974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 Técnico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617720" y="320040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accesos a hosting/dominio del colegio y asignación de carpeta en el Google Drive institucional.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617720" y="43434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Setup de accesos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955280" y="1920240"/>
            <a:ext cx="342900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229600" y="21488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4D2C"/>
          </a:solidFill>
          <a:ln/>
        </p:spPr>
      </p:sp>
      <p:sp>
        <p:nvSpPr>
          <p:cNvPr id="30" name="Text 27"/>
          <p:cNvSpPr/>
          <p:nvPr/>
        </p:nvSpPr>
        <p:spPr>
          <a:xfrm>
            <a:off x="822960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229600" y="26974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Entregables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8229600" y="320040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muestras gráficas 1/2 A4 vertical y prototipo de pantalla para validación directiva.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8229600" y="43434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Validación de diseño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31520" y="5029200"/>
            <a:ext cx="10698480" cy="1143000"/>
          </a:xfrm>
          <a:prstGeom prst="roundRect">
            <a:avLst>
              <a:gd name="adj" fmla="val 12000"/>
            </a:avLst>
          </a:prstGeom>
          <a:solidFill>
            <a:srgbClr val="0B291B"/>
          </a:solidFill>
          <a:ln/>
        </p:spPr>
      </p:sp>
      <p:sp>
        <p:nvSpPr>
          <p:cNvPr id="35" name="Text 32"/>
          <p:cNvSpPr/>
          <p:nvPr/>
        </p:nvSpPr>
        <p:spPr>
          <a:xfrm>
            <a:off x="1097280" y="507492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Transformemos juntos el proceso de admisiones del Colegio Parish Robertson.
</a:t>
            </a:r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gracias por su confianza e interés en innovar y potenciar la captación institucional para el próximo ciclo lectivo.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9</Slides>
	<Notes>9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9</vt:i4></vt:variant>
		</vt:vector>
	</HeadingPairs>
	<TitlesOfParts>
		<vt:vector size="12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
		</vt:vector>
	</TitlesOfParts>
	<Company>Colegio Parish Robertson & ALICARI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Modernización de Admisiones &amp; Ecosistema Digital — Colegio Parish Robertson</dc:title>
  <dc:subject>Propuesta Integral de Identidad, Preprensa, Landing Page y Automatización</dc:subject>
  <dc:creator>Agustín Licari (ALICARI)</dc:creator>
  <cp:lastModifiedBy>Agustín Licari (ALICARI)</cp:lastModifiedBy>
  <cp:revision>1</cp:revision>
  <dcterms:created xsi:type="dcterms:W3CDTF">2026-09-30T19:25:09Z</dcterms:created>
  <dcterms:modified xsi:type="dcterms:W3CDTF">2026-09-30T19:25:09Z</dcterms:modified>
</cp:coreProperties>
</file>